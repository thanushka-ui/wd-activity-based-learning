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imavarapu thanu" userId="614b5c6ee9171843" providerId="LiveId" clId="{C7F535F6-1660-4A04-AA5D-373706FAF186}"/>
    <pc:docChg chg="delSld">
      <pc:chgData name="bhimavarapu thanu" userId="614b5c6ee9171843" providerId="LiveId" clId="{C7F535F6-1660-4A04-AA5D-373706FAF186}" dt="2026-10-28T17:28:11.361" v="0" actId="47"/>
      <pc:docMkLst>
        <pc:docMk/>
      </pc:docMkLst>
      <pc:sldChg chg="del">
        <pc:chgData name="bhimavarapu thanu" userId="614b5c6ee9171843" providerId="LiveId" clId="{C7F535F6-1660-4A04-AA5D-373706FAF186}" dt="2026-10-28T17:28:11.361" v="0" actId="47"/>
        <pc:sldMkLst>
          <pc:docMk/>
          <pc:sldMk cId="1937242298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057F-27BB-C17D-DDD6-F7C840F6E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F6BB2A-08B5-DDF9-AE9A-DA6E696AC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24545-9BB8-D0AE-6911-886A3647D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17A4F-ED1F-55B1-FC75-66F9A7A3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5C835-978E-0309-4809-86BEC255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7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67CA-81D8-C20E-FC30-715AF8432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806C4-6CA1-F7A3-6A06-8CB758555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811A8-4ED4-2376-8CAD-47749CD8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01B75-A37F-A565-8001-19A01B536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00483-E50C-EEB3-8724-4EA2BE83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382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5E64-30A5-CAB4-A0CB-4C65FBAA3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0C133-7055-79C9-47E8-E9554B608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95171-589A-61F1-528B-0AB14547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3E0C-BEF6-A782-3318-C64AFFE06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64A1F-940B-650F-59F8-EB33D447B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3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5A5AE-D098-B2AF-1415-4AEC587A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A8313-43DD-F308-1DC3-F92CB8EAC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59161-ED90-CED0-E5BF-E2B8F7D324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BC9BC-1A93-5E2F-A447-2BB701D9E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3DA4D6-57BC-9B89-6A97-6A75A4602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D433C-C198-0C80-06B7-C3EC310B1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846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BF1A-225C-EE7C-BA33-AC0B2006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E3B5D-73AD-01C0-6D43-7DC3CD3F1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D0258-6824-D602-9084-CEBBF29B9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33796-B873-F549-7EA0-26D75EA734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D4C893-8613-873A-B653-162803A91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89F86-04C1-5EB1-64A5-A63866A1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5C722-754A-7C4D-8817-A93D99842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6B0926-D7FB-F2B9-238C-AB66A4098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107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E07C6-0438-CA03-36A9-0C5BB2BF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61BBD-66CB-3BA5-A6A1-82ADA049D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55A6-E347-09E3-75AD-FE7E7FA73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A6A40-A768-32FD-F393-938B69016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669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3EFC-4889-6B92-13BF-12AF60151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1A8643-B098-A92A-5933-44A134B2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1808D-ACB5-E427-8D57-DAA6599A0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47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F014-0A1D-7D6E-7BCA-29D0416CD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C533D-2195-BAD5-A736-42CAA0FA0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4B59B-1D8B-990D-597D-77ED6C770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F0DBE-61BE-B9CB-EDFD-9D51C8E0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DB29B7-AE04-1528-E023-9888A019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BF546-674D-0D9F-4E1A-ADED7E824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092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6A77-B343-37FC-D222-02CD08688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E400C3-1F53-1A64-2064-C76BEEBAFBA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03630-E450-983E-F3F7-F4F7933863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A26880-826E-98D2-6372-B022991B9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B410F-CA8E-C975-D0E6-DD1E7713D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A8038-9030-C199-7172-8C0025295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9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06EF-329B-1DEB-5F91-DFE303FA5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64735-1585-8F8B-2BD1-9D6E95DC03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CBFC5-D068-2D7B-65EB-743EE10D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4207C-74DC-A1A8-4F68-69F42B9F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B5F05-5A8F-3F1F-7D97-2D406971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932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001935-0B4F-BA8D-DDDB-CDBC1F0045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8AD28-878F-2643-E839-CEABC466AA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3321B-BD58-1289-9555-8BFB8F00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9E135-FB94-4432-46C3-13A7AD32E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7EFF8-BEEA-DC64-B270-F9D05893A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31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5005-8A3B-D5A2-44DF-AD458A113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6310E-2957-A083-09EB-F1DE4D971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22DF-800A-04D2-0F57-6BF27DAF82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88EE9-A2B5-4C09-BE14-CDA07EA940A9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32322-A04B-D741-41C8-E021458140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0A3BB9-C4F7-CBD9-0D24-73D912231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EE526-6C2C-4161-83E4-4599538683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01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185DB-BAE2-59CE-8EAE-CD1AC775EE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Activity1 output page: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16AD8-AB7C-5DA9-259C-226A2DDB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Web page of Bakery and Cake Shop </a:t>
            </a:r>
          </a:p>
        </p:txBody>
      </p:sp>
    </p:spTree>
    <p:extLst>
      <p:ext uri="{BB962C8B-B14F-4D97-AF65-F5344CB8AC3E}">
        <p14:creationId xmlns:p14="http://schemas.microsoft.com/office/powerpoint/2010/main" val="1477808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2D273-A32D-2E2F-028F-D0256075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608F71D-AA1B-9C0E-950D-312C6F32C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221" y="1825625"/>
            <a:ext cx="949555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16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F25D9-081E-8581-F407-08BA2C58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74E969-187F-9BDD-ABDA-DC7A644AA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4" y="1825625"/>
            <a:ext cx="92989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72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B2AA-94E5-21A8-3C6E-F54830FB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Activity2 Output page of Healthy            Food and Nutrition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4988E8-6833-B61D-AFA7-A07ACABACE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773" y="1825625"/>
            <a:ext cx="93164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6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93B7-2B80-E025-72A8-E5D6347B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93609F-D253-3E3D-F67F-667B546471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4" y="1825625"/>
            <a:ext cx="10249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364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A332-5607-0DC5-A8EC-C05D1D026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F772F7-D4C7-D614-8A2D-363B1D9090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335" y="1825625"/>
            <a:ext cx="846533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87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7D9A-EFC8-F568-FE82-9A0D696D3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Activity3 </a:t>
            </a:r>
            <a:r>
              <a:rPr lang="en-IN" dirty="0" err="1"/>
              <a:t>outputpage</a:t>
            </a:r>
            <a:r>
              <a:rPr lang="en-IN" dirty="0"/>
              <a:t> of Online Shopping Website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FA790E-680E-46DE-63A5-955929CF96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8911" y="1825625"/>
            <a:ext cx="96141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698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E88BE-0421-6FB5-1569-8A9D7A94A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5FE613-6460-B613-8BBB-29837F666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238" y="1825625"/>
            <a:ext cx="92815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300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C9406-529E-4FE3-C101-BCE376324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896467-D2BE-7396-472A-243E576DE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214" y="1825625"/>
            <a:ext cx="10249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74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80C5-22F7-8915-0D8B-EDCD084C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488881-5D81-CBE6-4106-113C4208E8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149" y="1825625"/>
            <a:ext cx="58657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20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Activity1 output page:</vt:lpstr>
      <vt:lpstr>PowerPoint Presentation</vt:lpstr>
      <vt:lpstr>PowerPoint Presentation</vt:lpstr>
      <vt:lpstr>                     Activity2 Output page of Healthy            Food and Nutrition</vt:lpstr>
      <vt:lpstr>PowerPoint Presentation</vt:lpstr>
      <vt:lpstr>PowerPoint Presentation</vt:lpstr>
      <vt:lpstr>Activity3 outputpage of Online Shopping Website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bhimavarapu thanu</dc:creator>
  <cp:lastModifiedBy>bhimavarapu thanu</cp:lastModifiedBy>
  <cp:revision>1</cp:revision>
  <dcterms:created xsi:type="dcterms:W3CDTF">2026-10-28T17:26:52Z</dcterms:created>
  <dcterms:modified xsi:type="dcterms:W3CDTF">2026-10-28T17:28:26Z</dcterms:modified>
</cp:coreProperties>
</file>